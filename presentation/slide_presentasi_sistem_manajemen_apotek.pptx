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</a:defRPr>
            </a:pPr>
            <a:r>
              <a:t>Sistem Manajemen Apotek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Proyek Akhir Bahasa Pemrograman Python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Studi kasus: pengelolaan obat, pelanggan, apoteker, transaksi, dan laporan.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Sistem Manajemen Apotek OOP | Slide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</a:defRPr>
            </a:pPr>
            <a:r>
              <a:t>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Pencatatan apotek membutuhkan data obat, stok, pelanggan, dan transaksi yang konsisten.</a:t>
            </a:r>
          </a:p>
          <a:p>
            <a:pPr>
              <a:spcAft>
                <a:spcPts val="700"/>
              </a:spcAft>
              <a:defRPr sz="1800"/>
            </a:pPr>
            <a:r>
              <a:t>Kesalahan pencatatan stok dapat mengganggu pelayanan.</a:t>
            </a:r>
          </a:p>
          <a:p>
            <a:pPr>
              <a:spcAft>
                <a:spcPts val="700"/>
              </a:spcAft>
              <a:defRPr sz="1800"/>
            </a:pPr>
            <a:r>
              <a:t>OOP membantu memodelkan data apotek menjadi object yang terstruktur.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Sistem Manajemen Apotek OOP | Slide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</a:defRPr>
            </a:pPr>
            <a:r>
              <a:t>Analisis Kebutuhan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CRUD data obat dan pelanggan.</a:t>
            </a:r>
          </a:p>
          <a:p>
            <a:pPr>
              <a:spcAft>
                <a:spcPts val="700"/>
              </a:spcAft>
              <a:defRPr sz="1800"/>
            </a:pPr>
            <a:r>
              <a:t>Pencarian obat berdasarkan nama atau kategori.</a:t>
            </a:r>
          </a:p>
          <a:p>
            <a:pPr>
              <a:spcAft>
                <a:spcPts val="700"/>
              </a:spcAft>
              <a:defRPr sz="1800"/>
            </a:pPr>
            <a:r>
              <a:t>Transaksi penjualan dengan pengurangan stok otomatis.</a:t>
            </a:r>
          </a:p>
          <a:p>
            <a:pPr>
              <a:spcAft>
                <a:spcPts val="700"/>
              </a:spcAft>
              <a:defRPr sz="1800"/>
            </a:pPr>
            <a:r>
              <a:t>Laporan stok dan laporan penjualan.</a:t>
            </a:r>
          </a:p>
          <a:p>
            <a:pPr>
              <a:spcAft>
                <a:spcPts val="700"/>
              </a:spcAft>
              <a:defRPr sz="1800"/>
            </a:pPr>
            <a:r>
              <a:t>Penyimpanan data lokal menggunakan 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Sistem Manajemen Apotek OOP | Slide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</a:defRPr>
            </a:pPr>
            <a:r>
              <a:t>Desain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Person menjadi induk Apoteker dan Pelanggan.</a:t>
            </a:r>
          </a:p>
          <a:p>
            <a:pPr>
              <a:spcAft>
                <a:spcPts val="700"/>
              </a:spcAft>
              <a:defRPr sz="1800"/>
            </a:pPr>
            <a:r>
              <a:t>Obat menjadi induk ObatBebas dan ObatResep.</a:t>
            </a:r>
          </a:p>
          <a:p>
            <a:pPr>
              <a:spcAft>
                <a:spcPts val="700"/>
              </a:spcAft>
              <a:defRPr sz="1800"/>
            </a:pPr>
            <a:r>
              <a:t>Transaksi memiliki DetailTransaksi, Pelanggan, dan Apoteker.</a:t>
            </a:r>
          </a:p>
          <a:p>
            <a:pPr>
              <a:spcAft>
                <a:spcPts val="700"/>
              </a:spcAft>
              <a:defRPr sz="1800"/>
            </a:pPr>
            <a:r>
              <a:t>Apotek menjadi class pusat pengelola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Sistem Manajemen Apotek OOP | Slide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</a:defRPr>
            </a:pPr>
            <a:r>
              <a:t>Implementasi Inheritance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Apoteker(Person) dan Pelanggan(Person).</a:t>
            </a:r>
          </a:p>
          <a:p>
            <a:pPr>
              <a:spcAft>
                <a:spcPts val="700"/>
              </a:spcAft>
              <a:defRPr sz="1800"/>
            </a:pPr>
            <a:r>
              <a:t>ObatBebas(Obat) dan ObatResep(Obat).</a:t>
            </a:r>
          </a:p>
          <a:p>
            <a:pPr>
              <a:spcAft>
                <a:spcPts val="700"/>
              </a:spcAft>
              <a:defRPr sz="1800"/>
            </a:pPr>
            <a:r>
              <a:t>Inheritance mengurangi duplikasi atribut dan method.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Sistem Manajemen Apotek OOP | Slide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</a:defRPr>
            </a:pPr>
            <a:r>
              <a:t>Encapsulation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Atribut penting dibuat private, misalnya __nama, __stok, dan __riwayat_transaksi.</a:t>
            </a:r>
          </a:p>
          <a:p>
            <a:pPr>
              <a:spcAft>
                <a:spcPts val="700"/>
              </a:spcAft>
              <a:defRPr sz="1800"/>
            </a:pPr>
            <a:r>
              <a:t>Akses data memakai getter dan setter.</a:t>
            </a:r>
          </a:p>
          <a:p>
            <a:pPr>
              <a:spcAft>
                <a:spcPts val="700"/>
              </a:spcAft>
              <a:defRPr sz="1800"/>
            </a:pPr>
            <a:r>
              <a:t>Validasi dilakukan di dalam setter agar data tetap terkendali.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Sistem Manajemen Apotek OOP | Slide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</a:defRPr>
            </a:pPr>
            <a:r>
              <a:t>Polymorphism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Method tampilkan_info() dioverride oleh Apoteker dan Pelanggan.</a:t>
            </a:r>
          </a:p>
          <a:p>
            <a:pPr>
              <a:spcAft>
                <a:spcPts val="700"/>
              </a:spcAft>
              <a:defRPr sz="1800"/>
            </a:pPr>
            <a:r>
              <a:t>Method info_jual() dioverride oleh ObatBebas dan ObatResep.</a:t>
            </a:r>
          </a:p>
          <a:p>
            <a:pPr>
              <a:spcAft>
                <a:spcPts val="700"/>
              </a:spcAft>
              <a:defRPr sz="1800"/>
            </a:pPr>
            <a:r>
              <a:t>Object berbeda dapat menjalankan method dengan nama sama tetapi hasil berbeda.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Sistem Manajemen Apotek OOP | Slide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</a:defRPr>
            </a:pPr>
            <a:r>
              <a:t>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Transaksi memiliki object Pelanggan.</a:t>
            </a:r>
          </a:p>
          <a:p>
            <a:pPr>
              <a:spcAft>
                <a:spcPts val="700"/>
              </a:spcAft>
              <a:defRPr sz="1800"/>
            </a:pPr>
            <a:r>
              <a:t>Transaksi memiliki object Apoteker.</a:t>
            </a:r>
          </a:p>
          <a:p>
            <a:pPr>
              <a:spcAft>
                <a:spcPts val="700"/>
              </a:spcAft>
              <a:defRPr sz="1800"/>
            </a:pPr>
            <a:r>
              <a:t>Transaksi memiliki banyak object DetailTransaksi.</a:t>
            </a:r>
          </a:p>
          <a:p>
            <a:pPr>
              <a:spcAft>
                <a:spcPts val="700"/>
              </a:spcAft>
              <a:defRPr sz="1800"/>
            </a:pPr>
            <a:r>
              <a:t>Relasi ini menunjukkan object kompleks dibangun dari object lain.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Sistem Manajemen Apotek OOP | Slide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</a:defRPr>
            </a:pPr>
            <a:r>
              <a:t>Demo Fitur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Menampilkan data obat.</a:t>
            </a:r>
          </a:p>
          <a:p>
            <a:pPr>
              <a:spcAft>
                <a:spcPts val="700"/>
              </a:spcAft>
              <a:defRPr sz="1800"/>
            </a:pPr>
            <a:r>
              <a:t>Menambah dan mencari obat.</a:t>
            </a:r>
          </a:p>
          <a:p>
            <a:pPr>
              <a:spcAft>
                <a:spcPts val="700"/>
              </a:spcAft>
              <a:defRPr sz="1800"/>
            </a:pPr>
            <a:r>
              <a:t>Update stok dan hapus obat.</a:t>
            </a:r>
          </a:p>
          <a:p>
            <a:pPr>
              <a:spcAft>
                <a:spcPts val="700"/>
              </a:spcAft>
              <a:defRPr sz="1800"/>
            </a:pPr>
            <a:r>
              <a:t>Membuat transaksi dan mencetak struk.</a:t>
            </a:r>
          </a:p>
          <a:p>
            <a:pPr>
              <a:spcAft>
                <a:spcPts val="700"/>
              </a:spcAft>
              <a:defRPr sz="1800"/>
            </a:pPr>
            <a:r>
              <a:t>Menampilkan laporan stok dan laporan penjualan.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Sistem Manajemen Apotek OOP | Slide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</a:defRPr>
            </a:pPr>
            <a:r>
              <a:t>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Program memenuhi ketentuan minimal OOP.</a:t>
            </a:r>
          </a:p>
          <a:p>
            <a:pPr>
              <a:spcAft>
                <a:spcPts val="700"/>
              </a:spcAft>
              <a:defRPr sz="1800"/>
            </a:pPr>
            <a:r>
              <a:t>Sistem memiliki lebih dari 6 class dan lebih dari 20 method.</a:t>
            </a:r>
          </a:p>
          <a:p>
            <a:pPr>
              <a:spcAft>
                <a:spcPts val="700"/>
              </a:spcAft>
              <a:defRPr sz="1800"/>
            </a:pPr>
            <a:r>
              <a:t>Fitur utama sudah dapat digunakan melalui terminal VS Code.</a:t>
            </a:r>
          </a:p>
          <a:p>
            <a:pPr>
              <a:spcAft>
                <a:spcPts val="700"/>
              </a:spcAft>
              <a:defRPr sz="1800"/>
            </a:pPr>
            <a:r>
              <a:t>Kode diberi komentar agar mudah dipelajari dan dikembangkan.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Sistem Manajemen Apotek OOP | Slide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